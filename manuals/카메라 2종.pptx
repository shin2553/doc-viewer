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B5482-AEBD-A1BE-750D-F36E68893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B3799F-22D0-3CC5-89B4-1394942A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CF9D7-FFD7-2A54-30B0-647120E1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F1D6E-C862-4321-5F76-77F2E9AC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18CA3-5C52-C276-5166-516B9DDC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9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0A2CA-5D34-5BDD-B4B6-BA48574F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6E9AC-BBBB-027F-666A-8BB3A671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F6038-36DF-E251-4A8F-E5FE9CC5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48A85-0436-D428-AED0-D36A9689E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23F3C-94E4-EDB4-6567-8A32CC48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3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96D73-67C0-807F-76D6-8F5573F2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C1E4EF-4064-0D42-1100-EFBA0916F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4B33B-E62F-7316-E492-C07AEA08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6811DB-9011-BB96-9149-75C69C10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432FB-9A33-C402-82B0-5003484A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50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D1719-AA97-6D00-6B24-FBD1963E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3B0A7-0637-C95A-6C58-2A3593162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6F55E0-A0FF-F7D1-DAB4-417F0007B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6D4B97-6749-8CB4-96CA-759F7D09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52979E-7F2A-7FBF-C5E5-56151F6B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E38781-5143-A76E-86A8-5DA72B81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37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58292-A0D3-EC29-CF41-D2AE5601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69CD5-625B-172A-E214-AD1ABB3DF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BCA00-ED13-4103-A40A-387073A24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0AF6B7-9A91-C039-155A-EF3457E18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553CF8-3382-2AE2-854B-AB036CABF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78EF5E-0A17-594D-54CD-030B8B76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462D83-48F7-79F5-64A7-1DE216A5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50445B-C0CD-B55D-29EE-FD9716DE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58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31031-7E27-7E75-6CEE-0773CBE2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ABFFB5-95FE-2099-C827-3F6E115A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1F829-33CB-0BB3-6EC7-83A01273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EA68AE-F981-93C5-02FB-011EC272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8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0C78AB-D1B8-8699-0018-13976E18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EE0AE4-1F49-6359-7286-39B3D266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D04E4-FA76-AFF6-95B5-B0A8C80D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85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120F7-EA95-508A-2E4D-76B8C494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A2220-88B9-FD36-4332-7BC0346F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F2135-401E-3297-B07E-8FC34327C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D63E2-F057-66D7-7999-24145460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05AF0-2515-1610-E07B-B602947D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DAB3C6-ED86-8FCC-03DB-50BAFB19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4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56B55-0696-C7F8-2AB4-D79525D1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F4FBC5-44BB-1E88-BCEF-6A7CDC380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273AC9-AB22-9372-522D-CBAD11CF1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4CD06E-E45C-5651-2C6F-01BDA64A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A2C3B7-E264-5F81-0614-515E5F14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6E250-2844-A449-5B58-F64600BD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42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F7F07-64FA-8FBD-C612-7BE5913A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45162A-F1DD-4274-A728-E516945DD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D00D2-F06F-07EB-F69E-8BE475C0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B3497-4A22-5FA4-BCAD-C6103A56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E1A6B-F3CD-2FD9-6258-DFE2BB0C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61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73AD01-1F5E-AD8C-A9AC-6C6704267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ABCF27-8E56-9729-2309-7A9982E9C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F83240-4B7C-0D5A-343A-053A688C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90975-158A-4F2C-3506-362B1EA1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6E982-854E-4FD1-81A2-66B7E66B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3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87A5C3-7DFC-E1A6-83C7-D1FD49C9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D21BEB-06C3-2637-F842-71FD7F013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8D79-12D9-ABA1-2584-E74926CCA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79EC8-9FC2-4C33-85BC-F0983229590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417A56-565E-8E8F-B28B-FD0FEBC4C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734667-954A-304D-E8DA-3E28BA51A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EBACD-78F6-4CE0-9139-7C4B7E36A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15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EEFD039-B258-C3F2-B908-784442A4DE1E}"/>
              </a:ext>
            </a:extLst>
          </p:cNvPr>
          <p:cNvSpPr txBox="1"/>
          <p:nvPr/>
        </p:nvSpPr>
        <p:spPr>
          <a:xfrm>
            <a:off x="1747705" y="1683327"/>
            <a:ext cx="379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Sensor Size : 38.75mm x 27.75mm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4" name="그림 13" descr="전자제품, 전자 기기, 카메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9520EA-85D0-3787-E8D2-9B91252B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381" y="461530"/>
            <a:ext cx="2447925" cy="23812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F5CC4E-407A-CA0C-6AF1-974C6FC9EF25}"/>
              </a:ext>
            </a:extLst>
          </p:cNvPr>
          <p:cNvSpPr/>
          <p:nvPr/>
        </p:nvSpPr>
        <p:spPr>
          <a:xfrm>
            <a:off x="6276109" y="1330036"/>
            <a:ext cx="820882" cy="70658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도표, 스케치, 기술 도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36F1B7-0100-0753-F126-91D436B6D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2" y="2692577"/>
            <a:ext cx="11329555" cy="37038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61CF1B-3F99-AC01-3FC6-FBEB8011485B}"/>
              </a:ext>
            </a:extLst>
          </p:cNvPr>
          <p:cNvSpPr txBox="1"/>
          <p:nvPr/>
        </p:nvSpPr>
        <p:spPr>
          <a:xfrm>
            <a:off x="7096991" y="4015221"/>
            <a:ext cx="1423554" cy="525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 descr="스케치, 상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294734-E80E-A072-C93F-6A54DCDD5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885" y="0"/>
            <a:ext cx="2629267" cy="29436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437C902-69EA-652A-6EBD-9E45AB04FC57}"/>
              </a:ext>
            </a:extLst>
          </p:cNvPr>
          <p:cNvSpPr txBox="1"/>
          <p:nvPr/>
        </p:nvSpPr>
        <p:spPr>
          <a:xfrm>
            <a:off x="677848" y="461530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FFFF00"/>
                </a:highlight>
              </a:rPr>
              <a:t>TYPE 1</a:t>
            </a:r>
            <a:endParaRPr lang="ko-KR" alt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848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6693C-2267-12CF-CB5B-37CD05F0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EF3E1E-A8E9-1B99-C0B6-291059774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960" y="269878"/>
            <a:ext cx="2346605" cy="22830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6F358A-BF1F-0BA6-B668-994E13006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29" y="2862238"/>
            <a:ext cx="10434526" cy="338269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B41045-7C91-CAF1-1784-43B78A2EE578}"/>
              </a:ext>
            </a:extLst>
          </p:cNvPr>
          <p:cNvSpPr/>
          <p:nvPr/>
        </p:nvSpPr>
        <p:spPr>
          <a:xfrm>
            <a:off x="8853055" y="4239489"/>
            <a:ext cx="581892" cy="46759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BBD9E-B349-FF72-7E11-391EDEC2C4BF}"/>
              </a:ext>
            </a:extLst>
          </p:cNvPr>
          <p:cNvSpPr txBox="1"/>
          <p:nvPr/>
        </p:nvSpPr>
        <p:spPr>
          <a:xfrm>
            <a:off x="8272035" y="3026123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Sensor Size : 7.5mm x 7.5mm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화살표: 위쪽 15">
            <a:extLst>
              <a:ext uri="{FF2B5EF4-FFF2-40B4-BE49-F238E27FC236}">
                <a16:creationId xmlns:a16="http://schemas.microsoft.com/office/drawing/2014/main" id="{E4278EA3-D7EC-E062-0A9A-E880646C0E16}"/>
              </a:ext>
            </a:extLst>
          </p:cNvPr>
          <p:cNvSpPr/>
          <p:nvPr/>
        </p:nvSpPr>
        <p:spPr>
          <a:xfrm flipH="1">
            <a:off x="5455228" y="5818909"/>
            <a:ext cx="124690" cy="675409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C9996E-24A0-4673-437A-6E1C3D75E6D7}"/>
              </a:ext>
            </a:extLst>
          </p:cNvPr>
          <p:cNvSpPr txBox="1"/>
          <p:nvPr/>
        </p:nvSpPr>
        <p:spPr>
          <a:xfrm>
            <a:off x="5517573" y="6184960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Sensor distance 17.4mm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3CAD45-1143-DA3D-6C18-FEB48D6275FB}"/>
              </a:ext>
            </a:extLst>
          </p:cNvPr>
          <p:cNvSpPr txBox="1"/>
          <p:nvPr/>
        </p:nvSpPr>
        <p:spPr>
          <a:xfrm>
            <a:off x="677848" y="461530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FFFF00"/>
                </a:highlight>
              </a:rPr>
              <a:t>TYPE 2</a:t>
            </a:r>
            <a:endParaRPr lang="ko-KR" alt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0696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신용희</dc:creator>
  <cp:lastModifiedBy>신용희</cp:lastModifiedBy>
  <cp:revision>1</cp:revision>
  <dcterms:created xsi:type="dcterms:W3CDTF">2026-01-07T01:21:25Z</dcterms:created>
  <dcterms:modified xsi:type="dcterms:W3CDTF">2026-01-07T01:31:39Z</dcterms:modified>
</cp:coreProperties>
</file>